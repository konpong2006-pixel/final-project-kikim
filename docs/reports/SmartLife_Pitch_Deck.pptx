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743200"/>
            <a:ext cx="5669280" cy="5669280"/>
          </a:xfrm>
          <a:prstGeom prst="ellipse">
            <a:avLst/>
          </a:prstGeom>
          <a:ln w="19050">
            <a:solidFill>
              <a:srgbClr val="D8E3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1965960"/>
            <a:ext cx="89912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SmartLife &amp; Budget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Platform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for schedule, notes, and personal finance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You 17 (Konpong Chaovanakittikun, Narongchai Thathong, Natkamol Petcharat)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110191 Project in Digital Technology, Semester 1/2569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Suranaree University of Technology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9164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apps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0" y="1764792"/>
            <a:ext cx="27432" cy="1271016"/>
          </a:xfrm>
          <a:prstGeom prst="rect">
            <a:avLst/>
          </a:prstGeom>
          <a:solidFill>
            <a:srgbClr val="D8E3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34840" y="1691640"/>
            <a:ext cx="7116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switching between applications (context switching)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 across Google Calendar, OneNote, and Money Lover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/ 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60520" y="3319272"/>
            <a:ext cx="27432" cy="1271016"/>
          </a:xfrm>
          <a:prstGeom prst="rect">
            <a:avLst/>
          </a:prstGeom>
          <a:solidFill>
            <a:srgbClr val="D8E3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3246120"/>
            <a:ext cx="7116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day to context switching alone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hours wasted per semester — time that should go to studying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80060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net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160520" y="4873752"/>
            <a:ext cx="27432" cy="1271016"/>
          </a:xfrm>
          <a:prstGeom prst="rect">
            <a:avLst/>
          </a:prstGeom>
          <a:solidFill>
            <a:srgbClr val="D8E3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4800600"/>
            <a:ext cx="7116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stress tracking, leaving students at risk of burnout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expense logging is tedious, so most students give up on budgeting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SmartLife Ecosystem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81448" y="3063240"/>
            <a:ext cx="1828800" cy="1828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81448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SmartLife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783080" y="2377440"/>
            <a:ext cx="3654400" cy="941832"/>
          </a:xfrm>
          <a:prstGeom prst="line">
            <a:avLst/>
          </a:prstGeom>
          <a:noFill/>
          <a:ln w="25400">
            <a:solidFill>
              <a:srgbClr val="D8E3D6"/>
            </a:solidFill>
            <a:prstDash val="solid"/>
          </a:ln>
        </p:spPr>
      </p:sp>
      <p:pic>
        <p:nvPicPr>
          <p:cNvPr id="6" name="Image 0" descr="/home/claude/smartlife_pitch2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everything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54216" y="2377440"/>
            <a:ext cx="1383944" cy="941832"/>
          </a:xfrm>
          <a:prstGeom prst="line">
            <a:avLst/>
          </a:prstGeom>
          <a:noFill/>
          <a:ln w="25400">
            <a:solidFill>
              <a:srgbClr val="D8E3D6"/>
            </a:solidFill>
            <a:prstDash val="solid"/>
          </a:ln>
        </p:spPr>
      </p:sp>
      <p:pic>
        <p:nvPicPr>
          <p:cNvPr id="10" name="Image 1" descr="/home/claude/smartlife_pitch2/icons/impor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60020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098280" y="1554480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Importer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9098280" y="2057400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OCR, auto-synced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 flipV="1">
            <a:off x="1783080" y="4636008"/>
            <a:ext cx="3654400" cy="438912"/>
          </a:xfrm>
          <a:prstGeom prst="line">
            <a:avLst/>
          </a:prstGeom>
          <a:noFill/>
          <a:ln w="25400">
            <a:solidFill>
              <a:srgbClr val="D8E3D6"/>
            </a:solidFill>
            <a:prstDash val="solid"/>
          </a:ln>
        </p:spPr>
      </p:sp>
      <p:pic>
        <p:nvPicPr>
          <p:cNvPr id="14" name="Image 2" descr="/home/claude/smartlife_pitch2/icons/bui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74920"/>
            <a:ext cx="777240" cy="7772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6596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Builder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1965960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AI, burnout-aware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 flipV="1">
            <a:off x="6754216" y="4636008"/>
            <a:ext cx="1383944" cy="438912"/>
          </a:xfrm>
          <a:prstGeom prst="line">
            <a:avLst/>
          </a:prstGeom>
          <a:noFill/>
          <a:ln w="25400">
            <a:solidFill>
              <a:srgbClr val="D8E3D6"/>
            </a:solidFill>
            <a:prstDash val="solid"/>
          </a:ln>
        </p:spPr>
      </p:sp>
      <p:pic>
        <p:nvPicPr>
          <p:cNvPr id="18" name="Image 3" descr="/home/claude/smartlife_pitch2/icons/fin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5074920"/>
            <a:ext cx="777240" cy="7772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98280" y="5029200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9098280" y="5532120"/>
            <a:ext cx="2407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categorize, alert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Assistant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928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voice or text — “What time is my class today?” or “How much do I have left for food?” Answered instantly from real data.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18211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546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Prioritization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3872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highlights the most urgent item for the day first, so an exam reminder never gets buried.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82803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800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8464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tasks, and remaining budget together on one screen.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923544"/>
            <a:ext cx="2904935" cy="4965192"/>
          </a:xfrm>
          <a:prstGeom prst="roundRect">
            <a:avLst>
              <a:gd name="adj" fmla="val 3148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5" name="Image 0" descr="/home/claude/smartlife_pitch2/image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051560"/>
            <a:ext cx="2648903" cy="47091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193024" y="5943600"/>
            <a:ext cx="290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— Dashboard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From Your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voice or by text, catch today's top priority first, and never miss an update.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03199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6" name="Image 0" descr="/home/claude/smartlife_pitch2/images/10-ai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215" y="1965960"/>
            <a:ext cx="2134553" cy="3794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3199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68103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9" name="Image 1" descr="/home/claude/smartlife_pitch2/images/13-ai-assistant-voice-qu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119" y="1965960"/>
            <a:ext cx="2134553" cy="3794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68103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ask out loud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33008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2" name="Image 2" descr="/home/claude/smartlife_pitch2/images/14-dashboard-priority-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24" y="1965960"/>
            <a:ext cx="2134553" cy="3794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33008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 priority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897912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5" name="Image 3" descr="/home/claude/smartlife_pitch2/images/08-notificatio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928" y="1965960"/>
            <a:ext cx="2134553" cy="3794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97912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update, in one place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Importer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Scan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928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of your class timetable — no manual typing.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18211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546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Vision OCR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3872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the subject code, time, and room.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82803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800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8464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everything in sync with Google Calendar automatically.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21624" y="923544"/>
            <a:ext cx="2904935" cy="4965192"/>
          </a:xfrm>
          <a:prstGeom prst="roundRect">
            <a:avLst>
              <a:gd name="adj" fmla="val 3148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5" name="Image 0" descr="/home/claude/smartlife_pitch2/images/15-schedule-import-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051560"/>
            <a:ext cx="2648903" cy="47091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421624" y="5943600"/>
            <a:ext cx="290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timetable photo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IMPORTER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Photo to Full Calendar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0"/>
            <a:ext cx="9631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extracted, every class syncs straight into Google Calendar — viewable in SmartLife or your calendar app, side by side.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508096" y="2203704"/>
            <a:ext cx="2313432" cy="3913632"/>
          </a:xfrm>
          <a:prstGeom prst="roundRect">
            <a:avLst>
              <a:gd name="adj" fmla="val 3953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6" name="Image 0" descr="/home/claude/smartlife_pitch2/images/17-calendar-sync-confir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6112" y="2331720"/>
            <a:ext cx="2057400" cy="3657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508096" y="61722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to Google Calendar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70168" y="2203704"/>
            <a:ext cx="2313432" cy="3913632"/>
          </a:xfrm>
          <a:prstGeom prst="roundRect">
            <a:avLst>
              <a:gd name="adj" fmla="val 3953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9" name="Image 1" descr="/home/claude/smartlife_pitch2/images/02-calendar-wee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84" y="2331720"/>
            <a:ext cx="2057400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70168" y="617220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week, at a glance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Builder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41148" cy="22311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Scheduling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92808"/>
            <a:ext cx="48920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behavior — keep postponing a morning study session, and it starts suggesting the afternoon instead.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4005072"/>
            <a:ext cx="41148" cy="22311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9776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Awareness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61688"/>
            <a:ext cx="48920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your study/rest balance and gives a short, supportive check-in when things look unbalanced.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21624" y="923544"/>
            <a:ext cx="2904935" cy="4965192"/>
          </a:xfrm>
          <a:prstGeom prst="roundRect">
            <a:avLst>
              <a:gd name="adj" fmla="val 3148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2" name="Image 0" descr="/home/claude/smartlife_pitch2/images/06-adaptive-learned-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051560"/>
            <a:ext cx="2648903" cy="47091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421624" y="5943600"/>
            <a:ext cx="290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learns your patterns over time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BUILDER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Everyday Actions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completing, and postponing a task all take just seconds — the app learns from every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235651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6" name="Image 0" descr="/home/claude/smartlife_pitch2/images/03-create-task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667" y="1965960"/>
            <a:ext cx="2134553" cy="3794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35651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task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00555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9" name="Image 1" descr="/home/claude/smartlife_pitch2/images/04-mark-done-a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571" y="1965960"/>
            <a:ext cx="2134553" cy="3794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00555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done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565460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2" name="Image 2" descr="/home/claude/smartlife_pitch2/images/05-postpone-she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476" y="1965960"/>
            <a:ext cx="2134553" cy="3794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65460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 with a tap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BUILDER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&amp; Burnout-Aware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shift with your habits, and a supportive check-in appears when your balance looks off.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03199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6" name="Image 0" descr="/home/claude/smartlife_pitch2/images/07a-suggestion-learning-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215" y="1965960"/>
            <a:ext cx="2134553" cy="3794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3199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ON — 13:00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68103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9" name="Image 1" descr="/home/claude/smartlife_pitch2/images/07b-suggestion-learning-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119" y="1965960"/>
            <a:ext cx="2134553" cy="3794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68103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OFF — 16:30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33008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2" name="Image 2" descr="/home/claude/smartlife_pitch2/images/18-burnout-risk-analy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24" y="1965960"/>
            <a:ext cx="2134553" cy="3794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33008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analysis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897912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5" name="Image 3" descr="/home/claude/smartlife_pitch2/images/19-burnout-coach-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928" y="1965960"/>
            <a:ext cx="2134553" cy="3794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97912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supportive check-in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928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OCR to read the amounts and line items straight from a receipt photo.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18211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1546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3872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analyzes and tags the spending category automatically — a grocery receipt is tagged “Groceries” instantly.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828032"/>
            <a:ext cx="41148" cy="14081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800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8464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 early warning the moment spending gets close to the monthly budget.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21624" y="923544"/>
            <a:ext cx="2904935" cy="4965192"/>
          </a:xfrm>
          <a:prstGeom prst="roundRect">
            <a:avLst>
              <a:gd name="adj" fmla="val 3148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5" name="Image 0" descr="/home/claude/smartlife_pitch2/images/21-receipt-scan-result-categor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051560"/>
            <a:ext cx="2648903" cy="47091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421624" y="5943600"/>
            <a:ext cx="290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— Auto-categorized receipt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Scan to Spending Control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 is scanned, categorized, and checked against your monthly budget automatically.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03199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6" name="Image 0" descr="/home/claude/smartlife_pitch2/images/09-receipt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215" y="1965960"/>
            <a:ext cx="2134553" cy="3794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3199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 progress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68103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9" name="Image 1" descr="/home/claude/smartlife_pitch2/images/20-finance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119" y="1965960"/>
            <a:ext cx="2134553" cy="3794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68103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overview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33008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2" name="Image 2" descr="/home/claude/smartlife_pitch2/images/22-budget-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24" y="1965960"/>
            <a:ext cx="2134553" cy="3794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33008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alert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897912" y="1837944"/>
            <a:ext cx="2390585" cy="4050792"/>
          </a:xfrm>
          <a:prstGeom prst="roundRect">
            <a:avLst>
              <a:gd name="adj" fmla="val 3825"/>
            </a:avLst>
          </a:prstGeom>
          <a:solidFill>
            <a:srgbClr val="EDF3EC"/>
          </a:solidFill>
          <a:ln/>
          <a:effectLst>
            <a:outerShdw sx="100000" sy="100000" kx="0" ky="0" algn="bl" rotWithShape="0" blurRad="114300" dist="38100" dir="5400000">
              <a:srgbClr val="3A4A3C">
                <a:alpha val="22000"/>
              </a:srgbClr>
            </a:outerShdw>
          </a:effectLst>
        </p:spPr>
      </p:sp>
      <p:pic>
        <p:nvPicPr>
          <p:cNvPr id="15" name="Image 3" descr="/home/claude/smartlife_pitch2/images/22b-budget-alert-notific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928" y="1965960"/>
            <a:ext cx="2134553" cy="3794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97912" y="5943600"/>
            <a:ext cx="23905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9436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Complexity to Simplicity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48" y="2240280"/>
            <a:ext cx="0" cy="3474720"/>
          </a:xfrm>
          <a:prstGeom prst="line">
            <a:avLst/>
          </a:prstGeom>
          <a:noFill/>
          <a:ln w="15875">
            <a:solidFill>
              <a:srgbClr val="D8E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8088" y="3977640"/>
            <a:ext cx="9875520" cy="0"/>
          </a:xfrm>
          <a:prstGeom prst="line">
            <a:avLst/>
          </a:prstGeom>
          <a:noFill/>
          <a:ln w="15875">
            <a:solidFill>
              <a:srgbClr val="D8E3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58088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523848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time lost to app-switching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hours returned per semester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View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notes, and finances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on a single screen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58088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Wellbeing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523848" y="4800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burnout with alerts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balanced schedule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Discipline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4800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spending control through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automation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Behind SmartLife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63928" y="1691640"/>
            <a:ext cx="7863840" cy="1234440"/>
          </a:xfrm>
          <a:prstGeom prst="roundRect">
            <a:avLst>
              <a:gd name="adj" fmla="val 4444"/>
            </a:avLst>
          </a:prstGeom>
          <a:solidFill>
            <a:srgbClr val="EDF3EC"/>
          </a:solidFill>
          <a:ln w="12700">
            <a:solidFill>
              <a:srgbClr val="D8E3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3968" y="185623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483968" y="22860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Expo, React Native, TypeScript, Expo Router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6095848" y="2926080"/>
            <a:ext cx="0" cy="182880"/>
          </a:xfrm>
          <a:prstGeom prst="line">
            <a:avLst/>
          </a:prstGeom>
          <a:noFill/>
          <a:ln w="285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63928" y="3246120"/>
            <a:ext cx="7863840" cy="1234440"/>
          </a:xfrm>
          <a:prstGeom prst="roundRect">
            <a:avLst>
              <a:gd name="adj" fmla="val 4444"/>
            </a:avLst>
          </a:prstGeom>
          <a:solidFill>
            <a:srgbClr val="EDF3EC"/>
          </a:solidFill>
          <a:ln w="12700">
            <a:solidFill>
              <a:srgbClr val="D8E3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3968" y="341071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&amp; Database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483968" y="3840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— Firestore, Authentication, Storage, Cloud Functions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6095848" y="4480560"/>
            <a:ext cx="0" cy="182880"/>
          </a:xfrm>
          <a:prstGeom prst="line">
            <a:avLst/>
          </a:prstGeom>
          <a:noFill/>
          <a:ln w="28575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63928" y="4800600"/>
            <a:ext cx="7863840" cy="1234440"/>
          </a:xfrm>
          <a:prstGeom prst="roundRect">
            <a:avLst>
              <a:gd name="adj" fmla="val 4444"/>
            </a:avLst>
          </a:prstGeom>
          <a:solidFill>
            <a:srgbClr val="EDF3EC"/>
          </a:solidFill>
          <a:ln w="12700">
            <a:solidFill>
              <a:srgbClr val="D8E3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83968" y="496519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API Intelligence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483968" y="53949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Vision API (OCR) · Gemini AI (NLP &amp; Smart Assistant) · Google Calendar API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4114800"/>
            <a:ext cx="5943600" cy="5943600"/>
          </a:xfrm>
          <a:prstGeom prst="ellipse">
            <a:avLst/>
          </a:prstGeom>
          <a:ln w="19050">
            <a:solidFill>
              <a:srgbClr val="D8E3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28600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SmartLife &amp; Budget Balance Platform — Team I See You 17 — Suranaree University of Technology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2026-08-26T18:35:15Z</dcterms:created>
  <dcterms:modified xsi:type="dcterms:W3CDTF">2026-08-26T18:35:15Z</dcterms:modified>
</cp:coreProperties>
</file>