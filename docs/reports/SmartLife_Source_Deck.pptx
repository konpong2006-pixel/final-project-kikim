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2103120"/>
            <a:ext cx="10728655" cy="1463040"/>
          </a:xfrm>
          <a:prstGeom prst="rect">
            <a:avLst/>
          </a:prstGeom>
          <a:noFill/>
          <a:ln/>
        </p:spPr>
        <p:txBody>
          <a:bodyPr wrap="square" lIns="0" tIns="0" rIns="0" bIns="0" rtlCol="0" anchor="ctr"/>
          <a:lstStyle/>
          <a:p>
            <a:pPr algn="l" indent="0" marL="0">
              <a:buNone/>
            </a:pPr>
            <a:r>
              <a:rPr lang="en-US" sz="4000" b="1" dirty="0">
                <a:solidFill>
                  <a:srgbClr val="1A1A1A"/>
                </a:solidFill>
                <a:latin typeface="Calibri" pitchFamily="34" charset="0"/>
                <a:ea typeface="Calibri" pitchFamily="34" charset="-122"/>
                <a:cs typeface="Calibri" pitchFamily="34" charset="-120"/>
              </a:rPr>
              <a:t>SmartLife &amp; Budget Balance Platform</a:t>
            </a:r>
            <a:endParaRPr lang="en-US" sz="4000" dirty="0"/>
          </a:p>
        </p:txBody>
      </p:sp>
      <p:sp>
        <p:nvSpPr>
          <p:cNvPr id="3" name="Text 1"/>
          <p:cNvSpPr txBox="1"/>
          <p:nvPr/>
        </p:nvSpPr>
        <p:spPr>
          <a:xfrm>
            <a:off x="731520" y="3383280"/>
            <a:ext cx="10728655" cy="640080"/>
          </a:xfrm>
          <a:prstGeom prst="rect">
            <a:avLst/>
          </a:prstGeom>
          <a:noFill/>
          <a:ln/>
        </p:spPr>
        <p:txBody>
          <a:bodyPr wrap="square" lIns="0" tIns="0" rIns="0" bIns="0"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A unified schedule, notes, and personal-finance platform for university students</a:t>
            </a:r>
            <a:endParaRPr lang="en-US" sz="1800" dirty="0"/>
          </a:p>
        </p:txBody>
      </p:sp>
      <p:sp>
        <p:nvSpPr>
          <p:cNvPr id="4" name="Text 2"/>
          <p:cNvSpPr txBox="1"/>
          <p:nvPr/>
        </p:nvSpPr>
        <p:spPr>
          <a:xfrm>
            <a:off x="731520" y="4206240"/>
            <a:ext cx="10728655" cy="1097280"/>
          </a:xfrm>
          <a:prstGeom prst="rect">
            <a:avLst/>
          </a:prstGeom>
          <a:noFill/>
          <a:ln/>
        </p:spPr>
        <p:txBody>
          <a:bodyPr wrap="square" lIns="0" tIns="0" rIns="0" bIns="0" rtlCol="0" anchor="ctr"/>
          <a:lstStyle/>
          <a:p>
            <a:pPr indent="0" marL="0">
              <a:buNone/>
            </a:pPr>
            <a:r>
              <a:rPr lang="en-US" sz="1400" dirty="0">
                <a:solidFill>
                  <a:srgbClr val="555555"/>
                </a:solidFill>
                <a:latin typeface="Calibri" pitchFamily="34" charset="0"/>
                <a:ea typeface="Calibri" pitchFamily="34" charset="-122"/>
                <a:cs typeface="Calibri" pitchFamily="34" charset="-120"/>
              </a:rPr>
              <a:t>Project in Digital Technology (110191) — Semester 1/2569</a:t>
            </a:r>
            <a:endParaRPr lang="en-US" sz="1400" dirty="0"/>
          </a:p>
          <a:p>
            <a:pPr indent="0" marL="0">
              <a:buNone/>
            </a:pPr>
            <a:r>
              <a:rPr lang="en-US" sz="1400" dirty="0">
                <a:solidFill>
                  <a:srgbClr val="555555"/>
                </a:solidFill>
                <a:latin typeface="Calibri" pitchFamily="34" charset="0"/>
                <a:ea typeface="Calibri" pitchFamily="34" charset="-122"/>
                <a:cs typeface="Calibri" pitchFamily="34" charset="-120"/>
              </a:rPr>
              <a:t>Team: I See you 17 — Konpong Chaovanakittikun · Narongchai Thathong · Natkamol Petcharat</a:t>
            </a:r>
            <a:endParaRPr lang="en-US" sz="1400" dirty="0"/>
          </a:p>
          <a:p>
            <a:pPr indent="0" marL="0">
              <a:buNone/>
            </a:pPr>
            <a:r>
              <a:rPr lang="en-US" sz="1400" dirty="0">
                <a:solidFill>
                  <a:srgbClr val="555555"/>
                </a:solidFill>
                <a:latin typeface="Calibri" pitchFamily="34" charset="0"/>
                <a:ea typeface="Calibri" pitchFamily="34" charset="-122"/>
                <a:cs typeface="Calibri" pitchFamily="34" charset="-120"/>
              </a:rPr>
              <a:t>English for Business Presentations — Week 9 material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Background &amp; Problem</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University students juggle a heavy academic schedule, projects, exams, and extracurricular activities alongside a limited monthly budget — all at the same time.</a:t>
            </a:r>
            <a:endParaRPr lang="en-US" sz="1700" dirty="0"/>
          </a:p>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There is no central tool to manage all of this, so students rely on several separate apps together: Google Calendar for schedules, OneNote for notes, apps like Money Lover for expenses, plus social media.</a:t>
            </a:r>
            <a:endParaRPr lang="en-US" sz="1700" dirty="0"/>
          </a:p>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Constant switching between apps (“context switching”) wastes an average of 15 minutes a day — about 60 hours per semester.</a:t>
            </a:r>
            <a:endParaRPr lang="en-US" sz="1700" dirty="0"/>
          </a:p>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Traditional schedule planning is rigid and has no way to track stress levels, leaving many students at risk of burnout.</a:t>
            </a:r>
            <a:endParaRPr lang="en-US" sz="1700" dirty="0"/>
          </a:p>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Manually logging every expense is tedious, so most students eventually give up on budgeting altogether.</a:t>
            </a:r>
            <a:endParaRPr lang="en-US" sz="1700" dirty="0"/>
          </a:p>
        </p:txBody>
      </p:sp>
      <p:sp>
        <p:nvSpPr>
          <p:cNvPr id="4" name="Text 2"/>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Source: Project Proposal — ที่มาและความสำคัญ</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Project Overview — 4 Core Scope Areas</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1800"/>
              </a:spcAft>
              <a:buSzPct val="100000"/>
              <a:buChar char="•"/>
            </a:pPr>
            <a:r>
              <a:rPr lang="en-US" sz="1900" dirty="0">
                <a:solidFill>
                  <a:srgbClr val="1A1A1A"/>
                </a:solidFill>
                <a:latin typeface="Calibri" pitchFamily="34" charset="0"/>
                <a:ea typeface="Calibri" pitchFamily="34" charset="-122"/>
                <a:cs typeface="Calibri" pitchFamily="34" charset="-120"/>
              </a:rPr>
              <a:t>1. Unified Dashboard — one screen for today's schedule, budget, and an AI assistant</a:t>
            </a:r>
            <a:endParaRPr lang="en-US" sz="1900" dirty="0"/>
          </a:p>
          <a:p>
            <a:pPr marL="342900" indent="-342900">
              <a:spcAft>
                <a:spcPts val="1800"/>
              </a:spcAft>
              <a:buSzPct val="100000"/>
              <a:buChar char="•"/>
            </a:pPr>
            <a:r>
              <a:rPr lang="en-US" sz="1900" dirty="0">
                <a:solidFill>
                  <a:srgbClr val="1A1A1A"/>
                </a:solidFill>
                <a:latin typeface="Calibri" pitchFamily="34" charset="0"/>
                <a:ea typeface="Calibri" pitchFamily="34" charset="-122"/>
                <a:cs typeface="Calibri" pitchFamily="34" charset="-120"/>
              </a:rPr>
              <a:t>2. Smart Schedule Importer — upload a timetable photo, OCR extracts it, syncs to Google Calendar</a:t>
            </a:r>
            <a:endParaRPr lang="en-US" sz="1900" dirty="0"/>
          </a:p>
          <a:p>
            <a:pPr marL="342900" indent="-342900">
              <a:spcAft>
                <a:spcPts val="1800"/>
              </a:spcAft>
              <a:buSzPct val="100000"/>
              <a:buChar char="•"/>
            </a:pPr>
            <a:r>
              <a:rPr lang="en-US" sz="1900" dirty="0">
                <a:solidFill>
                  <a:srgbClr val="1A1A1A"/>
                </a:solidFill>
                <a:latin typeface="Calibri" pitchFamily="34" charset="0"/>
                <a:ea typeface="Calibri" pitchFamily="34" charset="-122"/>
                <a:cs typeface="Calibri" pitchFamily="34" charset="-120"/>
              </a:rPr>
              <a:t>3. Smart Schedule Builder — adaptive scheduling that learns user behavior, plus burnout awareness</a:t>
            </a:r>
            <a:endParaRPr lang="en-US" sz="1900" dirty="0"/>
          </a:p>
          <a:p>
            <a:pPr marL="342900" indent="-342900">
              <a:spcAft>
                <a:spcPts val="1800"/>
              </a:spcAft>
              <a:buSzPct val="100000"/>
              <a:buChar char="•"/>
            </a:pPr>
            <a:r>
              <a:rPr lang="en-US" sz="1900" dirty="0">
                <a:solidFill>
                  <a:srgbClr val="1A1A1A"/>
                </a:solidFill>
                <a:latin typeface="Calibri" pitchFamily="34" charset="0"/>
                <a:ea typeface="Calibri" pitchFamily="34" charset="-122"/>
                <a:cs typeface="Calibri" pitchFamily="34" charset="-120"/>
              </a:rPr>
              <a:t>4. Personal Finance Tracker — scan a receipt, auto-categorize the expense, get budget alerts</a:t>
            </a:r>
            <a:endParaRPr lang="en-US" sz="1900" dirty="0"/>
          </a:p>
        </p:txBody>
      </p:sp>
      <p:sp>
        <p:nvSpPr>
          <p:cNvPr id="4" name="Text 2"/>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Source: Project Proposal — ภาพรวมและขอบเขตของโครงงาน</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Feature Area 1 — Unified Dashboard</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AI Smart Assistant — ask questions by voice or text, e.g. “What time is my class today?” or “How much do I have left for food?” — answered instantly from real data.</a:t>
            </a:r>
            <a:endParaRPr lang="en-US" sz="1800" dirty="0"/>
          </a:p>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AI-assisted prioritization — the dashboard highlights the most urgent items for the day, so an exam reminder is not buried under less important information.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Feature Area 2 — Smart Schedule Importer</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Upload a photo of the class timetable.</a:t>
            </a:r>
            <a:endParaRPr lang="en-US" sz="1800" dirty="0"/>
          </a:p>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OCR (Google Cloud Vision) extracts subject codes, times, and rooms automatically.</a:t>
            </a:r>
            <a:endParaRPr lang="en-US" sz="1800" dirty="0"/>
          </a:p>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Calendar Syncing — two-way sync with Google Calendar / the university system.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Feature Area 3 — Smart Schedule Builder</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AI Adaptive Scheduling — learns user behavior and adjusts the schedule automatically. Example: if a user keeps postponing a morning study session, the system suggests an afternoon slot instead.</a:t>
            </a:r>
            <a:endParaRPr lang="en-US" sz="1800" dirty="0"/>
          </a:p>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AI Burnout Predictor &amp; Coach — analyzes the study/rest time ratio to assess burnout risk, and offers short, supportive check-ins and break suggestions.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Feature Area 4 — Personal Finance Tracker</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Smart Expense Categorization — OCR reads the text on a receipt photo, and NLP automatically identifies and tags the spending category.</a:t>
            </a:r>
            <a:endParaRPr lang="en-US" sz="1800" dirty="0"/>
          </a:p>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Example: a receipt from a grocery store is automatically tagged “Groceries”.</a:t>
            </a:r>
            <a:endParaRPr lang="en-US" sz="1800" dirty="0"/>
          </a:p>
          <a:p>
            <a:pPr marL="342900" indent="-342900">
              <a:spcAft>
                <a:spcPts val="1600"/>
              </a:spcAft>
              <a:buSzPct val="100000"/>
              <a:buChar char="•"/>
            </a:pPr>
            <a:r>
              <a:rPr lang="en-US" sz="1800" dirty="0">
                <a:solidFill>
                  <a:srgbClr val="1A1A1A"/>
                </a:solidFill>
                <a:latin typeface="Calibri" pitchFamily="34" charset="0"/>
                <a:ea typeface="Calibri" pitchFamily="34" charset="-122"/>
                <a:cs typeface="Calibri" pitchFamily="34" charset="-120"/>
              </a:rPr>
              <a:t>Budget alerts notify the user when monthly spending goes over the set budget.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Expected Benefits</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Saves time — clearly reduces time lost to managing scattered data and switching between apps.</a:t>
            </a:r>
            <a:endParaRPr lang="en-US" sz="1700" dirty="0"/>
          </a:p>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Clear overview of daily life — schedule, notes, and finances together on a single screen (Unified Dashboard).</a:t>
            </a:r>
            <a:endParaRPr lang="en-US" sz="1700" dirty="0"/>
          </a:p>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Supports mental wellbeing — early warning when study/work load is too high, helping reduce stress and the risk of burnout.</a:t>
            </a:r>
            <a:endParaRPr lang="en-US" sz="1700" dirty="0"/>
          </a:p>
          <a:p>
            <a:pPr marL="342900" indent="-342900">
              <a:spcAft>
                <a:spcPts val="1200"/>
              </a:spcAft>
              <a:buSzPct val="100000"/>
              <a:buChar char="•"/>
            </a:pPr>
            <a:r>
              <a:rPr lang="en-US" sz="1700" dirty="0">
                <a:solidFill>
                  <a:srgbClr val="1A1A1A"/>
                </a:solidFill>
                <a:latin typeface="Calibri" pitchFamily="34" charset="0"/>
                <a:ea typeface="Calibri" pitchFamily="34" charset="-122"/>
                <a:cs typeface="Calibri" pitchFamily="34" charset="-120"/>
              </a:rPr>
              <a:t>Builds financial discipline — better control over monthly spending through budget planning and overspending alerts.</a:t>
            </a:r>
            <a:endParaRPr lang="en-US" sz="1700" dirty="0"/>
          </a:p>
        </p:txBody>
      </p:sp>
      <p:sp>
        <p:nvSpPr>
          <p:cNvPr id="4" name="Text 2"/>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Source: Project Proposal — การนำไปใช้ประโยชน์</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Users, Technology, and Innovation</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A1A1A"/>
                </a:solidFill>
                <a:latin typeface="Calibri" pitchFamily="34" charset="0"/>
                <a:ea typeface="Calibri" pitchFamily="34" charset="-122"/>
                <a:cs typeface="Calibri" pitchFamily="34" charset="-120"/>
              </a:rPr>
              <a:t>Target users: university students</a:t>
            </a:r>
            <a:endParaRPr lang="en-US" sz="1700" dirty="0"/>
          </a:p>
          <a:p>
            <a:pPr marL="342900" indent="-342900">
              <a:spcAft>
                <a:spcPts val="1400"/>
              </a:spcAft>
              <a:buSzPct val="100000"/>
              <a:buChar char="•"/>
            </a:pPr>
            <a:r>
              <a:rPr lang="en-US" sz="1700" dirty="0">
                <a:solidFill>
                  <a:srgbClr val="1A1A1A"/>
                </a:solidFill>
                <a:latin typeface="Calibri" pitchFamily="34" charset="0"/>
                <a:ea typeface="Calibri" pitchFamily="34" charset="-122"/>
                <a:cs typeface="Calibri" pitchFamily="34" charset="-120"/>
              </a:rPr>
              <a:t>Technology stack (as built): Expo &amp; React Native, TypeScript, Expo Router; Firebase Authentication, Firestore, Storage, and Cloud Functions</a:t>
            </a:r>
            <a:endParaRPr lang="en-US" sz="1700" dirty="0"/>
          </a:p>
          <a:p>
            <a:pPr marL="342900" indent="-342900">
              <a:spcAft>
                <a:spcPts val="1400"/>
              </a:spcAft>
              <a:buSzPct val="100000"/>
              <a:buChar char="•"/>
            </a:pPr>
            <a:r>
              <a:rPr lang="en-US" sz="1700" dirty="0">
                <a:solidFill>
                  <a:srgbClr val="1A1A1A"/>
                </a:solidFill>
                <a:latin typeface="Calibri" pitchFamily="34" charset="0"/>
                <a:ea typeface="Calibri" pitchFamily="34" charset="-122"/>
                <a:cs typeface="Calibri" pitchFamily="34" charset="-120"/>
              </a:rPr>
              <a:t>AI &amp; API services: Google Cloud Vision API (OCR), Gemini AI (NLP / assistant), Google Calendar API</a:t>
            </a:r>
            <a:endParaRPr lang="en-US" sz="1700" dirty="0"/>
          </a:p>
          <a:p>
            <a:pPr marL="342900" indent="-342900">
              <a:spcAft>
                <a:spcPts val="1400"/>
              </a:spcAft>
              <a:buSzPct val="100000"/>
              <a:buChar char="•"/>
            </a:pPr>
            <a:r>
              <a:rPr lang="en-US" sz="1700" dirty="0">
                <a:solidFill>
                  <a:srgbClr val="1A1A1A"/>
                </a:solidFill>
                <a:latin typeface="Calibri" pitchFamily="34" charset="0"/>
                <a:ea typeface="Calibri" pitchFamily="34" charset="-122"/>
                <a:cs typeface="Calibri" pitchFamily="34" charset="-120"/>
              </a:rPr>
              <a:t>Innovations applied: (1) AI Smart Assistant &amp; NLP engine, (2) specialized OCR for timetables and receipts, (3) heuristic &amp; adaptive scheduling algorithm with behavior learning and burnout analysis</a:t>
            </a:r>
            <a:endParaRPr lang="en-US" sz="1700" dirty="0"/>
          </a:p>
        </p:txBody>
      </p:sp>
      <p:sp>
        <p:nvSpPr>
          <p:cNvPr id="4" name="Text 2"/>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Note: proposal listed React/Next.js for front-end; the shipped app uses Expo/React Native — tech stack above reflects the actual build.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Project Timeline (16 Weeks)</a:t>
            </a:r>
            <a:endParaRPr lang="en-US" sz="3000" dirty="0"/>
          </a:p>
        </p:txBody>
      </p:sp>
      <p:sp>
        <p:nvSpPr>
          <p:cNvPr id="3" name="Text 1"/>
          <p:cNvSpPr txBox="1"/>
          <p:nvPr/>
        </p:nvSpPr>
        <p:spPr>
          <a:xfrm>
            <a:off x="640080" y="1463040"/>
            <a:ext cx="10911535" cy="484632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1. Topic, background, objectives, benefits, and scope</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2. UI/UX design and development</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3. Database design (ER diagram) and data retrieval</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4. Data manipulation system development</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5. Frontend development — Dashboard &amp; Finance Tracker</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6. Backend API development and database connection</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7. Google Cloud Vision API (OCR) integration</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8. Heuristic Schedule Builder and predictive AI (Deep Work / Burnout analysis) — build and test</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9. System integration and debugging</a:t>
            </a:r>
            <a:endParaRPr lang="en-US" sz="1450" dirty="0"/>
          </a:p>
          <a:p>
            <a:pPr marL="342900" indent="-342900">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10. Performance testing, project presentation, and final report</a:t>
            </a:r>
            <a:endParaRPr lang="en-US" sz="1450" dirty="0"/>
          </a:p>
        </p:txBody>
      </p:sp>
      <p:sp>
        <p:nvSpPr>
          <p:cNvPr id="4" name="Text 2"/>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Source: Project Proposal — แผนการดำเนินโครงงาน (16 สัปดาห์)</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algn="l" indent="0" marL="0">
              <a:buNone/>
            </a:pPr>
            <a:r>
              <a:rPr lang="en-US" sz="3000" b="1" dirty="0">
                <a:solidFill>
                  <a:srgbClr val="1A1A1A"/>
                </a:solidFill>
                <a:latin typeface="Calibri" pitchFamily="34" charset="0"/>
                <a:ea typeface="Calibri" pitchFamily="34" charset="-122"/>
                <a:cs typeface="Calibri" pitchFamily="34" charset="-120"/>
              </a:rPr>
              <a:t>Analytics Canvas — Summary</a:t>
            </a:r>
            <a:endParaRPr lang="en-US" sz="3000" dirty="0"/>
          </a:p>
        </p:txBody>
      </p:sp>
      <p:sp>
        <p:nvSpPr>
          <p:cNvPr id="3" name="Text 1"/>
          <p:cNvSpPr txBox="1"/>
          <p:nvPr/>
        </p:nvSpPr>
        <p:spPr>
          <a:xfrm>
            <a:off x="548640" y="1417320"/>
            <a:ext cx="3515258"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Stakeholders</a:t>
            </a:r>
            <a:endParaRPr lang="en-US" sz="1500" dirty="0"/>
          </a:p>
        </p:txBody>
      </p:sp>
      <p:sp>
        <p:nvSpPr>
          <p:cNvPr id="4" name="Text 2"/>
          <p:cNvSpPr txBox="1"/>
          <p:nvPr/>
        </p:nvSpPr>
        <p:spPr>
          <a:xfrm>
            <a:off x="548640" y="1801368"/>
            <a:ext cx="3515258" cy="182880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Students (primary users) · I See You 17 development team · course instructor</a:t>
            </a:r>
            <a:endParaRPr lang="en-US" sz="1200" dirty="0"/>
          </a:p>
        </p:txBody>
      </p:sp>
      <p:sp>
        <p:nvSpPr>
          <p:cNvPr id="5" name="Text 3"/>
          <p:cNvSpPr txBox="1"/>
          <p:nvPr/>
        </p:nvSpPr>
        <p:spPr>
          <a:xfrm>
            <a:off x="4338218" y="1417320"/>
            <a:ext cx="3515258"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Data</a:t>
            </a:r>
            <a:endParaRPr lang="en-US" sz="1500" dirty="0"/>
          </a:p>
        </p:txBody>
      </p:sp>
      <p:sp>
        <p:nvSpPr>
          <p:cNvPr id="6" name="Text 4"/>
          <p:cNvSpPr txBox="1"/>
          <p:nvPr/>
        </p:nvSpPr>
        <p:spPr>
          <a:xfrm>
            <a:off x="4338218" y="1801368"/>
            <a:ext cx="3515258" cy="182880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Timetable photos · notes · income/expense data · task/collaboration data</a:t>
            </a:r>
            <a:endParaRPr lang="en-US" sz="1200" dirty="0"/>
          </a:p>
        </p:txBody>
      </p:sp>
      <p:sp>
        <p:nvSpPr>
          <p:cNvPr id="7" name="Text 5"/>
          <p:cNvSpPr txBox="1"/>
          <p:nvPr/>
        </p:nvSpPr>
        <p:spPr>
          <a:xfrm>
            <a:off x="8127797" y="1417320"/>
            <a:ext cx="3515258"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Business Problems</a:t>
            </a:r>
            <a:endParaRPr lang="en-US" sz="1500" dirty="0"/>
          </a:p>
        </p:txBody>
      </p:sp>
      <p:sp>
        <p:nvSpPr>
          <p:cNvPr id="8" name="Text 6"/>
          <p:cNvSpPr txBox="1"/>
          <p:nvPr/>
        </p:nvSpPr>
        <p:spPr>
          <a:xfrm>
            <a:off x="8127797" y="1801368"/>
            <a:ext cx="3515258" cy="182880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Students must manage schedules, notes, and finances separately; ~15 min/day lost to context switching; no stress tracking; hard to control spending</a:t>
            </a:r>
            <a:endParaRPr lang="en-US" sz="1200" dirty="0"/>
          </a:p>
        </p:txBody>
      </p:sp>
      <p:sp>
        <p:nvSpPr>
          <p:cNvPr id="9" name="Text 7"/>
          <p:cNvSpPr txBox="1"/>
          <p:nvPr/>
        </p:nvSpPr>
        <p:spPr>
          <a:xfrm>
            <a:off x="548640" y="3749040"/>
            <a:ext cx="3515258"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Techniques</a:t>
            </a:r>
            <a:endParaRPr lang="en-US" sz="1500" dirty="0"/>
          </a:p>
        </p:txBody>
      </p:sp>
      <p:sp>
        <p:nvSpPr>
          <p:cNvPr id="10" name="Text 8"/>
          <p:cNvSpPr txBox="1"/>
          <p:nvPr/>
        </p:nvSpPr>
        <p:spPr>
          <a:xfrm>
            <a:off x="548640" y="4133088"/>
            <a:ext cx="3515258" cy="182880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OCR (Google Cloud Vision API) · Heuristic Schedule Builder · Predictive Behavioral AI</a:t>
            </a:r>
            <a:endParaRPr lang="en-US" sz="1200" dirty="0"/>
          </a:p>
        </p:txBody>
      </p:sp>
      <p:sp>
        <p:nvSpPr>
          <p:cNvPr id="11" name="Text 9"/>
          <p:cNvSpPr txBox="1"/>
          <p:nvPr/>
        </p:nvSpPr>
        <p:spPr>
          <a:xfrm>
            <a:off x="4338218" y="3749040"/>
            <a:ext cx="3515258"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Deployment</a:t>
            </a:r>
            <a:endParaRPr lang="en-US" sz="1500" dirty="0"/>
          </a:p>
        </p:txBody>
      </p:sp>
      <p:sp>
        <p:nvSpPr>
          <p:cNvPr id="12" name="Text 10"/>
          <p:cNvSpPr txBox="1"/>
          <p:nvPr/>
        </p:nvSpPr>
        <p:spPr>
          <a:xfrm>
            <a:off x="4338218" y="4133088"/>
            <a:ext cx="3515258" cy="182880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Web / Mobile app — Dashboard &amp; Notification</a:t>
            </a:r>
            <a:endParaRPr lang="en-US" sz="1200" dirty="0"/>
          </a:p>
        </p:txBody>
      </p:sp>
      <p:sp>
        <p:nvSpPr>
          <p:cNvPr id="13" name="Text 11"/>
          <p:cNvSpPr txBox="1"/>
          <p:nvPr/>
        </p:nvSpPr>
        <p:spPr>
          <a:xfrm>
            <a:off x="8127797" y="3749040"/>
            <a:ext cx="3515258"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Benefits</a:t>
            </a:r>
            <a:endParaRPr lang="en-US" sz="1500" dirty="0"/>
          </a:p>
        </p:txBody>
      </p:sp>
      <p:sp>
        <p:nvSpPr>
          <p:cNvPr id="14" name="Text 12"/>
          <p:cNvSpPr txBox="1"/>
          <p:nvPr/>
        </p:nvSpPr>
        <p:spPr>
          <a:xfrm>
            <a:off x="8127797" y="4133088"/>
            <a:ext cx="3515258" cy="182880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~60 hours saved per semester · unified view of daily life · reduced stress, burnout prevention · sustainable financial discipline</a:t>
            </a:r>
            <a:endParaRPr lang="en-US" sz="1200" dirty="0"/>
          </a:p>
        </p:txBody>
      </p:sp>
      <p:sp>
        <p:nvSpPr>
          <p:cNvPr id="15" name="Text 13"/>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Source: Project Proposal — Analytics Canvas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2743200"/>
            <a:ext cx="10728655" cy="109728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Feature Walkthrough</a:t>
            </a:r>
            <a:endParaRPr lang="en-US" sz="3400" dirty="0"/>
          </a:p>
        </p:txBody>
      </p:sp>
      <p:sp>
        <p:nvSpPr>
          <p:cNvPr id="3" name="Text 1"/>
          <p:cNvSpPr txBox="1"/>
          <p:nvPr/>
        </p:nvSpPr>
        <p:spPr>
          <a:xfrm>
            <a:off x="731520" y="3749040"/>
            <a:ext cx="10728655" cy="640080"/>
          </a:xfrm>
          <a:prstGeom prst="rect">
            <a:avLst/>
          </a:prstGeom>
          <a:noFill/>
          <a:ln/>
        </p:spPr>
        <p:txBody>
          <a:bodyPr wrap="square" lIns="0" tIns="0" rIns="0" bIns="0" rtlCol="0" anchor="ctr"/>
          <a:lstStyle/>
          <a:p>
            <a:pPr indent="0" marL="0">
              <a:buNone/>
            </a:pPr>
            <a:r>
              <a:rPr lang="en-US" sz="1600" dirty="0">
                <a:solidFill>
                  <a:srgbClr val="555555"/>
                </a:solidFill>
                <a:latin typeface="Calibri" pitchFamily="34" charset="0"/>
                <a:ea typeface="Calibri" pitchFamily="34" charset="-122"/>
                <a:cs typeface="Calibri" pitchFamily="34" charset="-120"/>
              </a:rPr>
              <a:t>Screenshots captured from the real application (Android, adb screencap) — not mock-ups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 Dashboard</a:t>
            </a:r>
            <a:endParaRPr lang="en-US" sz="2400" dirty="0"/>
          </a:p>
        </p:txBody>
      </p:sp>
      <p:pic>
        <p:nvPicPr>
          <p:cNvPr id="3" name="Image 0" descr="/home/claude/smartlife_deck/images/01-dashboard.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Home screen — today's summary, budget overview, and upcoming activities.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2. Calendar (Week view)</a:t>
            </a:r>
            <a:endParaRPr lang="en-US" sz="2400" dirty="0"/>
          </a:p>
        </p:txBody>
      </p:sp>
      <p:pic>
        <p:nvPicPr>
          <p:cNvPr id="3" name="Image 0" descr="/home/claude/smartlife_deck/images/02-calendar-week.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Weekly calendar with today's tasks and inline Postpone / Done actions.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3. Create Task form</a:t>
            </a:r>
            <a:endParaRPr lang="en-US" sz="2400" dirty="0"/>
          </a:p>
        </p:txBody>
      </p:sp>
      <p:pic>
        <p:nvPicPr>
          <p:cNvPr id="3" name="Image 0" descr="/home/claude/smartlife_deck/images/03-create-task-form.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Task creation form — name, date, time, and a default 1-hour duration.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4. Task actions</a:t>
            </a:r>
            <a:endParaRPr lang="en-US" sz="2400" dirty="0"/>
          </a:p>
        </p:txBody>
      </p:sp>
      <p:pic>
        <p:nvPicPr>
          <p:cNvPr id="3" name="Image 0" descr="/home/claude/smartlife_deck/images/04-mark-done-action.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Day-detail sheet with Postpone / Done / Delete actions for each task.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5. Postpone sheet</a:t>
            </a:r>
            <a:endParaRPr lang="en-US" sz="2400" dirty="0"/>
          </a:p>
        </p:txBody>
      </p:sp>
      <p:pic>
        <p:nvPicPr>
          <p:cNvPr id="3" name="Image 0" descr="/home/claude/smartlife_deck/images/05-postpone-sheet.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Reschedule options: +1 hour, this afternoon (13:00), or the same time tomorrow.</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6. Adaptive scheduling — learned pattern</a:t>
            </a:r>
            <a:endParaRPr lang="en-US" sz="2400" dirty="0"/>
          </a:p>
        </p:txBody>
      </p:sp>
      <p:pic>
        <p:nvPicPr>
          <p:cNvPr id="3" name="Image 0" descr="/home/claude/smartlife_deck/images/06-adaptive-learned-pattern.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A real pattern the AI learned: “Other · 13:00-14:00 · 75% completed · 25% postponed · 4 occurrences.”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7a. Suggested time — learning ON</a:t>
            </a:r>
            <a:endParaRPr lang="en-US" sz="2400" dirty="0"/>
          </a:p>
        </p:txBody>
      </p:sp>
      <p:pic>
        <p:nvPicPr>
          <p:cNvPr id="3" name="Image 0" descr="/home/claude/smartlife_deck/images/07a-suggestion-learning-on.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“Learn from behavior” ON → the system suggests Sep 1, 2026, 13:00, matching the learned pattern.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7b. Suggested time — learning OFF</a:t>
            </a:r>
            <a:endParaRPr lang="en-US" sz="2400" dirty="0"/>
          </a:p>
        </p:txBody>
      </p:sp>
      <p:pic>
        <p:nvPicPr>
          <p:cNvPr id="3" name="Image 0" descr="/home/claude/smartlife_deck/images/07b-suggestion-learning-off.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Same request with learning OFF → falls back to the default suggestion, Aug 25, 2026, 16:30.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8. Notifications</a:t>
            </a:r>
            <a:endParaRPr lang="en-US" sz="2400" dirty="0"/>
          </a:p>
        </p:txBody>
      </p:sp>
      <p:pic>
        <p:nvPicPr>
          <p:cNvPr id="3" name="Image 0" descr="/home/claude/smartlife_deck/images/08-notifications.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Notification center for schedule, finance, and AI alerts.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9. Smart Scan (receipt OCR)</a:t>
            </a:r>
            <a:endParaRPr lang="en-US" sz="2400" dirty="0"/>
          </a:p>
        </p:txBody>
      </p:sp>
      <p:pic>
        <p:nvPicPr>
          <p:cNvPr id="3" name="Image 0" descr="/home/claude/smartlife_deck/images/09-receipt-scan.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Receipt-scanning screen using Cloud Vision / iApp OCR — empty state.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10. AI Assistant</a:t>
            </a:r>
            <a:endParaRPr lang="en-US" sz="2400" dirty="0"/>
          </a:p>
        </p:txBody>
      </p:sp>
      <p:pic>
        <p:nvPicPr>
          <p:cNvPr id="3" name="Image 0" descr="/home/claude/smartlife_deck/images/10-ai-assistant.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Conversational AI assistant for schedule and finance questions.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11a. Admin — AI Knowledge Monitor (summary)</a:t>
            </a:r>
            <a:endParaRPr lang="en-US" sz="2400" dirty="0"/>
          </a:p>
        </p:txBody>
      </p:sp>
      <p:pic>
        <p:nvPicPr>
          <p:cNvPr id="3" name="Image 0" descr="/home/claude/smartlife_deck/images/11a-admin-ai-knowledge-summary.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Overview and lifecycle view of what the AI has learned across all users.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11b. Admin — AI Knowledge Monitor (per item)</a:t>
            </a:r>
            <a:endParaRPr lang="en-US" sz="2400" dirty="0"/>
          </a:p>
        </p:txBody>
      </p:sp>
      <p:pic>
        <p:nvPicPr>
          <p:cNvPr id="3" name="Image 0" descr="/home/claude/smartlife_deck/images/11b-admin-ai-knowledge-per-item.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Three individual learned items, each with the AI's own reasoning.</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12. Admin — System Health</a:t>
            </a:r>
            <a:endParaRPr lang="en-US" sz="2400" dirty="0"/>
          </a:p>
        </p:txBody>
      </p:sp>
      <p:pic>
        <p:nvPicPr>
          <p:cNvPr id="3" name="Image 0" descr="/home/claude/smartlife_deck/images/12-admin-system-health.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Live status for 15 backend services, all shown healthy.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12b. Admin — Integrations detail</a:t>
            </a:r>
            <a:endParaRPr lang="en-US" sz="2400" dirty="0"/>
          </a:p>
        </p:txBody>
      </p:sp>
      <p:pic>
        <p:nvPicPr>
          <p:cNvPr id="3" name="Image 0" descr="/home/claude/smartlife_deck/images/12b-admin-system-health-integrations.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Integrations broken out individually: Gemini (Assistant), Gemini (OCR), Facebook Login.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13. AI Assistant — real query</a:t>
            </a:r>
            <a:endParaRPr lang="en-US" sz="2400" dirty="0"/>
          </a:p>
        </p:txBody>
      </p:sp>
      <p:pic>
        <p:nvPicPr>
          <p:cNvPr id="3" name="Image 0" descr="/home/claude/smartlife_deck/images/13-ai-assistant-voice-query.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A real answered question: today's overview and remaining food budget (฿4,707 of ฿5,600).</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14. Dashboard prioritization</a:t>
            </a:r>
            <a:endParaRPr lang="en-US" sz="2400" dirty="0"/>
          </a:p>
        </p:txBody>
      </p:sp>
      <p:pic>
        <p:nvPicPr>
          <p:cNvPr id="3" name="Image 0" descr="/home/claude/smartlife_deck/images/14-dashboard-priority-day.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An urgent exam-prep task ranks #1 with score 108, an ‘urgent’ badge, and 3 reason chips.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15. Smart Schedule Importer — upload</a:t>
            </a:r>
            <a:endParaRPr lang="en-US" sz="2400" dirty="0"/>
          </a:p>
        </p:txBody>
      </p:sp>
      <p:pic>
        <p:nvPicPr>
          <p:cNvPr id="3" name="Image 0" descr="/home/claude/smartlife_deck/images/15-schedule-import-upload.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Upload screen before scanning a class timetable photo.</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17. Google Calendar sync</a:t>
            </a:r>
            <a:endParaRPr lang="en-US" sz="2400" dirty="0"/>
          </a:p>
        </p:txBody>
      </p:sp>
      <p:pic>
        <p:nvPicPr>
          <p:cNvPr id="3" name="Image 0" descr="/home/claude/smartlife_deck/images/17-calendar-sync-confirmed.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Google Calendar connected, two-way sync confirmed.</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18. Burnout risk analysis</a:t>
            </a:r>
            <a:endParaRPr lang="en-US" sz="2400" dirty="0"/>
          </a:p>
        </p:txBody>
      </p:sp>
      <p:pic>
        <p:nvPicPr>
          <p:cNvPr id="3" name="Image 0" descr="/home/claude/smartlife_deck/images/18-burnout-risk-analysis.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Burnout risk: Low, 15/100, based on about 7 hours of study/work.</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19. AI Assistant — break advice</a:t>
            </a:r>
            <a:endParaRPr lang="en-US" sz="2400" dirty="0"/>
          </a:p>
        </p:txBody>
      </p:sp>
      <p:pic>
        <p:nvPicPr>
          <p:cNvPr id="3" name="Image 0" descr="/home/claude/smartlife_deck/images/19-burnout-coach-message.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AI Assistant suggesting a 15–20 minute break (answered as a normal assistant reply).</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20. Personal Finance Tracker</a:t>
            </a:r>
            <a:endParaRPr lang="en-US" sz="2400" dirty="0"/>
          </a:p>
        </p:txBody>
      </p:sp>
      <p:pic>
        <p:nvPicPr>
          <p:cNvPr id="3" name="Image 0" descr="/home/claude/smartlife_deck/images/20-finance-overview.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Monthly overview: ฿6,891 net, ฿8,000 income vs ฿1,109 spent, with category breakdown.</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21. Receipt scan — auto-categorized</a:t>
            </a:r>
            <a:endParaRPr lang="en-US" sz="2400" dirty="0"/>
          </a:p>
        </p:txBody>
      </p:sp>
      <p:pic>
        <p:nvPicPr>
          <p:cNvPr id="3" name="Image 0" descr="/home/claude/smartlife_deck/images/21-receipt-scan-result-categorized.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A real receipt (Big C, ฿54) automatically categorized as Groceries.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22. Budget alert</a:t>
            </a:r>
            <a:endParaRPr lang="en-US" sz="2400" dirty="0"/>
          </a:p>
        </p:txBody>
      </p:sp>
      <p:pic>
        <p:nvPicPr>
          <p:cNvPr id="3" name="Image 0" descr="/home/claude/smartlife_deck/images/22-budget-alert.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Alert shown when spending goes ฿109 over this month's budget.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22b. Budget alert — notification</a:t>
            </a:r>
            <a:endParaRPr lang="en-US" sz="2400" dirty="0"/>
          </a:p>
        </p:txBody>
      </p:sp>
      <p:pic>
        <p:nvPicPr>
          <p:cNvPr id="3" name="Image 0" descr="/home/claude/smartlife_deck/images/22b-budget-alert-notification.png">    </p:cNvPr>
          <p:cNvPicPr>
            <a:picLocks noChangeAspect="1"/>
          </p:cNvPicPr>
          <p:nvPr/>
        </p:nvPicPr>
        <p:blipFill>
          <a:blip r:embed="rId1"/>
          <a:stretch>
            <a:fillRect/>
          </a:stretch>
        </p:blipFill>
        <p:spPr>
          <a:xfrm>
            <a:off x="4655668" y="1051560"/>
            <a:ext cx="2880360" cy="5120640"/>
          </a:xfrm>
          <a:prstGeom prst="rect">
            <a:avLst/>
          </a:prstGeom>
        </p:spPr>
      </p:pic>
      <p:sp>
        <p:nvSpPr>
          <p:cNvPr id="4" name="Text 1"/>
          <p:cNvSpPr txBox="1"/>
          <p:nvPr/>
        </p:nvSpPr>
        <p:spPr>
          <a:xfrm>
            <a:off x="731520" y="6309360"/>
            <a:ext cx="10728655" cy="548640"/>
          </a:xfrm>
          <a:prstGeom prst="rect">
            <a:avLst/>
          </a:prstGeom>
          <a:noFill/>
          <a:ln/>
        </p:spPr>
        <p:txBody>
          <a:bodyPr wrap="square" lIns="0" tIns="0" rIns="0" bIns="0" rtlCol="0" anchor="ctr"/>
          <a:lstStyle/>
          <a:p>
            <a:pPr algn="ctr" indent="0" marL="0">
              <a:buNone/>
            </a:pPr>
            <a:r>
              <a:rPr lang="en-US" sz="1400" i="1" dirty="0">
                <a:solidFill>
                  <a:srgbClr val="555555"/>
                </a:solidFill>
                <a:latin typeface="Calibri" pitchFamily="34" charset="0"/>
                <a:ea typeface="Calibri" pitchFamily="34" charset="-122"/>
                <a:cs typeface="Calibri" pitchFamily="34" charset="-120"/>
              </a:rPr>
              <a:t>The same budget alert shown in the notification center.</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2743200"/>
            <a:ext cx="10728655" cy="109728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Presentation Script</a:t>
            </a:r>
            <a:endParaRPr lang="en-US" sz="3400" dirty="0"/>
          </a:p>
        </p:txBody>
      </p:sp>
      <p:sp>
        <p:nvSpPr>
          <p:cNvPr id="3" name="Text 1"/>
          <p:cNvSpPr txBox="1"/>
          <p:nvPr/>
        </p:nvSpPr>
        <p:spPr>
          <a:xfrm>
            <a:off x="731520" y="3749040"/>
            <a:ext cx="10728655" cy="640080"/>
          </a:xfrm>
          <a:prstGeom prst="rect">
            <a:avLst/>
          </a:prstGeom>
          <a:noFill/>
          <a:ln/>
        </p:spPr>
        <p:txBody>
          <a:bodyPr wrap="square" lIns="0" tIns="0" rIns="0" bIns="0" rtlCol="0" anchor="ctr"/>
          <a:lstStyle/>
          <a:p>
            <a:pPr indent="0" marL="0">
              <a:buNone/>
            </a:pPr>
            <a:r>
              <a:rPr lang="en-US" sz="1600" dirty="0">
                <a:solidFill>
                  <a:srgbClr val="555555"/>
                </a:solidFill>
                <a:latin typeface="Calibri" pitchFamily="34" charset="0"/>
                <a:ea typeface="Calibri" pitchFamily="34" charset="-122"/>
                <a:cs typeface="Calibri" pitchFamily="34" charset="-120"/>
              </a:rPr>
              <a:t>English, under 7 minutes — Week 9 video pitch</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Part 1 — Opening &amp; Introduction</a:t>
            </a:r>
            <a:endParaRPr lang="en-US" sz="2400" dirty="0"/>
          </a:p>
        </p:txBody>
      </p:sp>
      <p:sp>
        <p:nvSpPr>
          <p:cNvPr id="3" name="Text 1"/>
          <p:cNvSpPr txBox="1"/>
          <p:nvPr/>
        </p:nvSpPr>
        <p:spPr>
          <a:xfrm>
            <a:off x="731520" y="1097280"/>
            <a:ext cx="10728655" cy="5303520"/>
          </a:xfrm>
          <a:prstGeom prst="rect">
            <a:avLst/>
          </a:prstGeom>
          <a:noFill/>
          <a:ln/>
        </p:spPr>
        <p:txBody>
          <a:bodyPr wrap="square" lIns="0" tIns="0" rIns="0" bIns="0" rtlCol="0" anchor="t"/>
          <a:lstStyle/>
          <a:p>
            <a:pPr indent="0" marL="0">
              <a:lnSpc>
                <a:spcPct val="125000"/>
              </a:lnSpc>
              <a:buNone/>
            </a:pPr>
            <a:r>
              <a:rPr lang="en-US" sz="1500" dirty="0">
                <a:solidFill>
                  <a:srgbClr val="1A1A1A"/>
                </a:solidFill>
                <a:latin typeface="Calibri" pitchFamily="34" charset="0"/>
                <a:ea typeface="Calibri" pitchFamily="34" charset="-122"/>
                <a:cs typeface="Calibri" pitchFamily="34" charset="-120"/>
              </a:rPr>
              <a:t>Good morning everyone. Thank you for being here today. My name is Narongchai Thathong, and this project is developed together with my teammates, Konpong Chaovanakittikun and Natkamol Petcharat. Today, I would like to present our project called ‘SmartLife &amp; Budget Balance Platform’, or SmartLife for short. The purpose of this talk is to show how SmartLife helps university students manage their daily academic life and personal finances in a single application. This topic is important because, right now, students like us have to juggle several separate apps just to get through a normal day — one for class schedules, another for notes, and another for tracking expenses. That constant switching between apps wastes time and mental energy that should go into studying instead.</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Part 2 — Structure &amp; Housekeeping</a:t>
            </a:r>
            <a:endParaRPr lang="en-US" sz="2400" dirty="0"/>
          </a:p>
        </p:txBody>
      </p:sp>
      <p:sp>
        <p:nvSpPr>
          <p:cNvPr id="3" name="Text 1"/>
          <p:cNvSpPr txBox="1"/>
          <p:nvPr/>
        </p:nvSpPr>
        <p:spPr>
          <a:xfrm>
            <a:off x="731520" y="1097280"/>
            <a:ext cx="10728655" cy="5303520"/>
          </a:xfrm>
          <a:prstGeom prst="rect">
            <a:avLst/>
          </a:prstGeom>
          <a:noFill/>
          <a:ln/>
        </p:spPr>
        <p:txBody>
          <a:bodyPr wrap="square" lIns="0" tIns="0" rIns="0" bIns="0" rtlCol="0" anchor="t"/>
          <a:lstStyle/>
          <a:p>
            <a:pPr indent="0" marL="0">
              <a:lnSpc>
                <a:spcPct val="125000"/>
              </a:lnSpc>
              <a:buNone/>
            </a:pPr>
            <a:r>
              <a:rPr lang="en-US" sz="1500" dirty="0">
                <a:solidFill>
                  <a:srgbClr val="1A1A1A"/>
                </a:solidFill>
                <a:latin typeface="Calibri" pitchFamily="34" charset="0"/>
                <a:ea typeface="Calibri" pitchFamily="34" charset="-122"/>
                <a:cs typeface="Calibri" pitchFamily="34" charset="-120"/>
              </a:rPr>
              <a:t>I have divided my presentation into three parts. First, I will talk about the problem students currently face when managing their time and money. Then, I will walk you through the core features of SmartLife and show you how it solves these problems. Finally, I will summarize the benefits our users can expect. This presentation will take no more than seven minutes, and I will be happy to answer any questions afterward. SmartLife is built as a real, working application using Expo and React Native, connected to a live Firebase backend, so everything I show you today is captured directly from the actual app — not a mockup.</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Part 3 — Main Point 1: Current Problems</a:t>
            </a:r>
            <a:endParaRPr lang="en-US" sz="2400" dirty="0"/>
          </a:p>
        </p:txBody>
      </p:sp>
      <p:sp>
        <p:nvSpPr>
          <p:cNvPr id="3" name="Text 1"/>
          <p:cNvSpPr txBox="1"/>
          <p:nvPr/>
        </p:nvSpPr>
        <p:spPr>
          <a:xfrm>
            <a:off x="731520" y="1097280"/>
            <a:ext cx="10728655" cy="5303520"/>
          </a:xfrm>
          <a:prstGeom prst="rect">
            <a:avLst/>
          </a:prstGeom>
          <a:noFill/>
          <a:ln/>
        </p:spPr>
        <p:txBody>
          <a:bodyPr wrap="square" lIns="0" tIns="0" rIns="0" bIns="0" rtlCol="0" anchor="t"/>
          <a:lstStyle/>
          <a:p>
            <a:pPr indent="0" marL="0">
              <a:lnSpc>
                <a:spcPct val="125000"/>
              </a:lnSpc>
              <a:buNone/>
            </a:pPr>
            <a:r>
              <a:rPr lang="en-US" sz="1500" dirty="0">
                <a:solidFill>
                  <a:srgbClr val="1A1A1A"/>
                </a:solidFill>
                <a:latin typeface="Calibri" pitchFamily="34" charset="0"/>
                <a:ea typeface="Calibri" pitchFamily="34" charset="-122"/>
                <a:cs typeface="Calibri" pitchFamily="34" charset="-120"/>
              </a:rPr>
              <a:t>Let's start with the problem. As students, we constantly deal with class schedules, project deadlines, exams, extracurricular activities, and a limited monthly budget — all at the same time. Because there is no central tool to manage all of this, we end up relying on several different apps together: Google Calendar for our schedule, OneNote for notes, and apps like Money Lover for tracking expenses. Switching between these applications, or ‘context switching’, costs us about fifteen minutes a day on average. Over one semester, that adds up to roughly sixty wasted hours. On top of that, traditional schedule planning is rigid and gives us no way to track stress levels, which leaves many students at risk of burnout. And when it comes to money, manually logging every expense is tedious, so most of us simply give up on budgeting altogether. SmartLife was built to solve exactly these problems, in one single application.</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Part 4 — Main Point 2: Core Features</a:t>
            </a:r>
            <a:endParaRPr lang="en-US" sz="2400" dirty="0"/>
          </a:p>
        </p:txBody>
      </p:sp>
      <p:sp>
        <p:nvSpPr>
          <p:cNvPr id="3" name="Text 1"/>
          <p:cNvSpPr txBox="1"/>
          <p:nvPr/>
        </p:nvSpPr>
        <p:spPr>
          <a:xfrm>
            <a:off x="731520" y="1097280"/>
            <a:ext cx="10728655" cy="5303520"/>
          </a:xfrm>
          <a:prstGeom prst="rect">
            <a:avLst/>
          </a:prstGeom>
          <a:noFill/>
          <a:ln/>
        </p:spPr>
        <p:txBody>
          <a:bodyPr wrap="square" lIns="0" tIns="0" rIns="0" bIns="0" rtlCol="0" anchor="t"/>
          <a:lstStyle/>
          <a:p>
            <a:pPr indent="0" marL="0">
              <a:lnSpc>
                <a:spcPct val="125000"/>
              </a:lnSpc>
              <a:buNone/>
            </a:pPr>
            <a:r>
              <a:rPr lang="en-US" sz="1500" dirty="0">
                <a:solidFill>
                  <a:srgbClr val="1A1A1A"/>
                </a:solidFill>
                <a:latin typeface="Calibri" pitchFamily="34" charset="0"/>
                <a:ea typeface="Calibri" pitchFamily="34" charset="-122"/>
                <a:cs typeface="Calibri" pitchFamily="34" charset="-120"/>
              </a:rPr>
              <a:t>Now let's move on to the solution. SmartLife brings four core features together. First, the Unified Dashboard gives you one screen that shows today's schedule, your budget, and an AI Smart Assistant you can simply ask questions like ‘How many classes do I have today?’ or ‘How much money do I have left for food this month?’ — and it answers instantly using your real data. The dashboard also highlights your most urgent tasks first, so an exam deadline never gets buried under less important items. Second, our Smart Schedule Importer lets you upload a photo of your class timetable, and OCR technology automatically extracts the subject codes, times, and rooms, then syncs everything with Google Calendar. Third, the Smart Schedule Builder learns from your behavior — for example, if you keep postponing a study session in the morning, it starts suggesting an afternoon slot instead. It also includes a burnout-awareness feature that looks at your study and rest balance and gives you a short, encouraging check-in when things look unbalanced. Finally, the Personal Finance Tracker lets you scan a receipt, and the app automatically reads and categorizes the expense for you — for example, tagging a grocery receipt as ‘Food’ — and it alerts you when you go over your monthly budget.</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48640"/>
          </a:xfrm>
          <a:prstGeom prst="rect">
            <a:avLst/>
          </a:prstGeom>
          <a:noFill/>
          <a:ln/>
        </p:spPr>
        <p:txBody>
          <a:bodyPr wrap="square" lIns="0" tIns="0" rIns="0" bIns="0" rtlCol="0" anchor="ctr"/>
          <a:lstStyle/>
          <a:p>
            <a:pPr algn="l" indent="0" marL="0">
              <a:buNone/>
            </a:pPr>
            <a:r>
              <a:rPr lang="en-US" sz="2400" b="1" dirty="0">
                <a:solidFill>
                  <a:srgbClr val="1A1A1A"/>
                </a:solidFill>
                <a:latin typeface="Calibri" pitchFamily="34" charset="0"/>
                <a:ea typeface="Calibri" pitchFamily="34" charset="-122"/>
                <a:cs typeface="Calibri" pitchFamily="34" charset="-120"/>
              </a:rPr>
              <a:t>Part 5 — Conclusion &amp; Q&amp;A</a:t>
            </a:r>
            <a:endParaRPr lang="en-US" sz="2400" dirty="0"/>
          </a:p>
        </p:txBody>
      </p:sp>
      <p:sp>
        <p:nvSpPr>
          <p:cNvPr id="3" name="Text 1"/>
          <p:cNvSpPr txBox="1"/>
          <p:nvPr/>
        </p:nvSpPr>
        <p:spPr>
          <a:xfrm>
            <a:off x="731520" y="1097280"/>
            <a:ext cx="10728655" cy="5303520"/>
          </a:xfrm>
          <a:prstGeom prst="rect">
            <a:avLst/>
          </a:prstGeom>
          <a:noFill/>
          <a:ln/>
        </p:spPr>
        <p:txBody>
          <a:bodyPr wrap="square" lIns="0" tIns="0" rIns="0" bIns="0" rtlCol="0" anchor="t"/>
          <a:lstStyle/>
          <a:p>
            <a:pPr indent="0" marL="0">
              <a:lnSpc>
                <a:spcPct val="125000"/>
              </a:lnSpc>
              <a:buNone/>
            </a:pPr>
            <a:r>
              <a:rPr lang="en-US" sz="1500" dirty="0">
                <a:solidFill>
                  <a:srgbClr val="1A1A1A"/>
                </a:solidFill>
                <a:latin typeface="Calibri" pitchFamily="34" charset="0"/>
                <a:ea typeface="Calibri" pitchFamily="34" charset="-122"/>
                <a:cs typeface="Calibri" pitchFamily="34" charset="-120"/>
              </a:rPr>
              <a:t>This brings me to the end of my presentation. To summarize, SmartLife identifies the real pain point of juggling multiple apps for schedule and money management, and replaces it with one smart, unified platform. It saves students time, gives a clear overview of daily life on a single screen, supports better mental wellbeing through balanced scheduling, and builds healthier financial habits. I want to stress that every screen I've shown you today is from our real, working application, running on real data — this is not just a concept. We built this specifically for students at Suranaree University of Technology, using the digital technology skills we've learned in this program to solve a problem we face ourselves, every single day. Thank you very much for your time and attention. I would be glad to answer any questions you may have.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2026-08-26T14:50:35Z</dcterms:created>
  <dcterms:modified xsi:type="dcterms:W3CDTF">2026-08-26T14:50:35Z</dcterms:modified>
</cp:coreProperties>
</file>